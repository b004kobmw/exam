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70508" y="533527"/>
            <a:ext cx="5704332" cy="364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70508" y="1249426"/>
            <a:ext cx="6464934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137305"/>
              </p:ext>
            </p:extLst>
          </p:nvPr>
        </p:nvGraphicFramePr>
        <p:xfrm>
          <a:off x="843635" y="192897"/>
          <a:ext cx="9304655" cy="6377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85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34160">
                <a:tc gridSpan="2">
                  <a:txBody>
                    <a:bodyPr/>
                    <a:lstStyle/>
                    <a:p>
                      <a:pPr marL="1914525" algn="ctr">
                        <a:lnSpc>
                          <a:spcPts val="1530"/>
                        </a:lnSpc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Министерство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науки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высшего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образования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Республики</a:t>
                      </a:r>
                      <a:r>
                        <a:rPr sz="14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Казахстан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2892425" marR="967740" algn="ctr">
                        <a:lnSpc>
                          <a:spcPts val="1800"/>
                        </a:lnSpc>
                        <a:spcBef>
                          <a:spcPts val="80"/>
                        </a:spcBef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Северо-Казахстанский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государственный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университет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им.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М.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Козыбаева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Факультет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инженерии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цифровых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технологий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91770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Кафедра</a:t>
                      </a:r>
                      <a:r>
                        <a:rPr sz="14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«Информационно-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коммуникационные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технологии»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87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917700" algn="ctr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ТВОРЧЕСКИЙ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ПРОЕКТ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916430"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дисциплине: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Протоколы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интерфейсы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компьютерных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систем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lang="ru-RU" sz="1400" dirty="0">
                          <a:latin typeface="Times New Roman"/>
                          <a:cs typeface="Times New Roman"/>
                        </a:rPr>
                        <a:t>                                          На тему: «Разработка веб-сайта для тур-агентства»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31750" marR="3440429">
                        <a:lnSpc>
                          <a:spcPct val="1071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Выполнил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студент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группы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400" spc="-10" dirty="0">
                          <a:latin typeface="Times New Roman"/>
                          <a:cs typeface="Times New Roman"/>
                        </a:rPr>
                        <a:t>АПО-23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lang="ru-RU" sz="1400" dirty="0">
                          <a:latin typeface="Times New Roman"/>
                          <a:cs typeface="Times New Roman"/>
                        </a:rPr>
                        <a:t>Сапаргали Е.Б.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981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0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4813300">
                        <a:lnSpc>
                          <a:spcPts val="1605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Петропавловск,</a:t>
                      </a:r>
                      <a:r>
                        <a:rPr sz="14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2025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7038" rIns="0" bIns="0" rtlCol="0">
            <a:spAutoFit/>
          </a:bodyPr>
          <a:lstStyle/>
          <a:p>
            <a:pPr marL="3513454">
              <a:lnSpc>
                <a:spcPct val="100000"/>
              </a:lnSpc>
              <a:spcBef>
                <a:spcPts val="100"/>
              </a:spcBef>
            </a:pPr>
            <a:r>
              <a:rPr dirty="0"/>
              <a:t>Актуальность</a:t>
            </a:r>
            <a:r>
              <a:rPr spc="-75" dirty="0"/>
              <a:t> </a:t>
            </a:r>
            <a:r>
              <a:rPr spc="-10" dirty="0"/>
              <a:t>проекта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1143000"/>
            <a:ext cx="11277599" cy="310322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Веб-сайт – мощный инструмент для тур агентства, который помогает привлекать клиентов, повышать доверие и управлять бизнесом. Вот несколько ключевых аргументов: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Доступность и удобство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потенциальные клиенты могут в любое время изучать предложения, бронировать туры и получать необходимую информацию без посещения офиса.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доверия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профессиональный сайт с отзывами, фотографиями и подробным описанием услуг вызывает больше доверия, чем просто страница в социальных сетях.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продаж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сайт позволяет интегрировать онлайн-бронирование и оплату, упрощая процесс покупки и привлекая больше клиентов.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Маркетинговый инструмент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 помощью SEO и контент-маркетинга можно продвигать агентство в поисковых системах, увеличивая количество посетителей.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Конкурентное преимущество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наличие удобного веб-сайта выделяет агентство на фоне конкурентов и делает его более профессиональным.</a:t>
            </a:r>
          </a:p>
          <a:p>
            <a:pPr>
              <a:buFont typeface="+mj-lt"/>
              <a:buAutoNum type="arabicPeriod"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и оптимизация работы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можно внедрить CRM, чат-боты и другие инструменты для улучшения взаимодействия с клиентами.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Имея хорошо продуманный веб-сайт, тур агентство значительно расширяет свои возможности и получает больше клиентов. Если интересно, могу подсказать, какие элементы должны быть на сайте для максимального эффекта.</a:t>
            </a:r>
          </a:p>
          <a:p>
            <a:pPr marL="12700" marR="5080" algn="just">
              <a:lnSpc>
                <a:spcPct val="98900"/>
              </a:lnSpc>
              <a:spcBef>
                <a:spcPts val="12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0508" y="533527"/>
            <a:ext cx="570433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spc="-40" dirty="0"/>
              <a:t> </a:t>
            </a:r>
            <a:r>
              <a:rPr dirty="0"/>
              <a:t>проекта</a:t>
            </a:r>
            <a:r>
              <a:rPr spc="-30" dirty="0"/>
              <a:t> </a:t>
            </a:r>
            <a:r>
              <a:rPr dirty="0">
                <a:latin typeface="Symbol"/>
                <a:cs typeface="Symbol"/>
              </a:rPr>
              <a:t></a:t>
            </a:r>
            <a:r>
              <a:rPr spc="-40" dirty="0"/>
              <a:t> </a:t>
            </a:r>
            <a:r>
              <a:rPr dirty="0"/>
              <a:t>разработка</a:t>
            </a:r>
            <a:r>
              <a:rPr spc="-30" dirty="0"/>
              <a:t> </a:t>
            </a:r>
            <a:r>
              <a:rPr lang="ru-RU" spc="-30" dirty="0"/>
              <a:t>веб-сайта</a:t>
            </a:r>
            <a:r>
              <a:rPr i="1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/>
              <a:t>для</a:t>
            </a:r>
            <a:r>
              <a:rPr spc="-40" dirty="0"/>
              <a:t> </a:t>
            </a:r>
            <a:r>
              <a:rPr lang="ru-RU" spc="-10" dirty="0"/>
              <a:t>тур-агентства</a:t>
            </a:r>
            <a:endParaRPr i="1" spc="-1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371600" y="1066801"/>
            <a:ext cx="7620000" cy="41268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/>
              <a:t>Задачи</a:t>
            </a:r>
            <a:r>
              <a:rPr sz="1400" spc="-90" dirty="0"/>
              <a:t> </a:t>
            </a:r>
            <a:r>
              <a:rPr sz="1400" spc="-10" dirty="0"/>
              <a:t>проекта:</a:t>
            </a:r>
            <a:endParaRPr lang="ru-RU" sz="1400" spc="-10" dirty="0"/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 состоит минимум из трех логических разделов в едином дизайне в соответствии с требованиями UI дизайна. UI содержит две темы, в разных css.  </a:t>
            </a:r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UX дизайн должен быть реализован в виде адаптивного дизайна под компьютеры и мобильные устройства.    </a:t>
            </a:r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 каждого раздела должен содержать логотип и название системы, глобальное меню, навигационную информацию (текущий раздел), название раздела, несколько абзацев текста с картинками.  </a:t>
            </a:r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 страницах проекта должна быть реализована «красивая таблица» средствами css и список с художественными маркерами. На сайте должны быть реализованы трансформации, переходы и анимации.  </a:t>
            </a:r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Проект должна содержать реализацию интерфейса фотогалереи. </a:t>
            </a:r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проекте реализовать динамическое содержимое с помощью элементов DHTML. </a:t>
            </a:r>
          </a:p>
          <a:p>
            <a:pPr marL="342900" marR="688340" lvl="0" indent="-342900" algn="just" fontAlgn="base">
              <a:lnSpc>
                <a:spcPct val="112000"/>
              </a:lnSpc>
              <a:spcAft>
                <a:spcPts val="65"/>
              </a:spcAft>
              <a:buClr>
                <a:srgbClr val="000000"/>
              </a:buClr>
              <a:buSzPts val="1200"/>
              <a:buFont typeface="+mj-lt"/>
              <a:buAutoNum type="arabicPeriod"/>
            </a:pPr>
            <a:r>
              <a:rPr lang="ru-RU" sz="14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проекте реализовать динамическое содержимое с помощью скриптов на языке JavaScript. Реализация тематического графика chart.js. </a:t>
            </a:r>
          </a:p>
          <a:p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Проект опубликовать в сети Интернет</a:t>
            </a:r>
            <a:endParaRPr sz="1400" spc="-10" dirty="0"/>
          </a:p>
          <a:p>
            <a:pPr marL="395605">
              <a:lnSpc>
                <a:spcPct val="100000"/>
              </a:lnSpc>
              <a:tabLst>
                <a:tab pos="681355" algn="l"/>
              </a:tabLst>
            </a:pPr>
            <a:endParaRPr sz="1400" spc="-25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95812CC-42C9-4028-BB52-33233F970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508" y="533527"/>
            <a:ext cx="5704332" cy="276999"/>
          </a:xfrm>
        </p:spPr>
        <p:txBody>
          <a:bodyPr/>
          <a:lstStyle/>
          <a:p>
            <a:r>
              <a:rPr lang="ru-RU" dirty="0"/>
              <a:t>Все доступные страницы, а так же их дизайн  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98531127-166F-4F4A-8B85-F6AC15F9E6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32365" y="990600"/>
            <a:ext cx="7835722" cy="4038600"/>
          </a:xfrm>
        </p:spPr>
      </p:pic>
      <p:sp>
        <p:nvSpPr>
          <p:cNvPr id="5" name="Объект 4">
            <a:extLst>
              <a:ext uri="{FF2B5EF4-FFF2-40B4-BE49-F238E27FC236}">
                <a16:creationId xmlns:a16="http://schemas.microsoft.com/office/drawing/2014/main" id="{39D3CA1D-048B-46AD-A6B7-DA91EF690F8A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068087" y="1676399"/>
            <a:ext cx="4123913" cy="2057401"/>
          </a:xfrm>
        </p:spPr>
        <p:txBody>
          <a:bodyPr/>
          <a:lstStyle/>
          <a:p>
            <a:r>
              <a:rPr lang="ru-RU" dirty="0"/>
              <a:t> На данном слайде мы видим, что у нас есть главная, страница с турами, страница с галереей, страница контактов.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B8143-B212-4827-9B23-B878917B0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508" y="533527"/>
            <a:ext cx="5704332" cy="553998"/>
          </a:xfrm>
        </p:spPr>
        <p:txBody>
          <a:bodyPr/>
          <a:lstStyle/>
          <a:p>
            <a:r>
              <a:rPr lang="ru-RU" dirty="0"/>
              <a:t>Адаптивность сайта как для мобильных устройств так и для компьютеров и </a:t>
            </a:r>
            <a:r>
              <a:rPr lang="ru-RU" dirty="0" err="1"/>
              <a:t>ноутбуковю</a:t>
            </a:r>
            <a:r>
              <a:rPr lang="ru-RU" dirty="0"/>
              <a:t>.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9C6F6F9-D726-41DD-8F4E-FA56D6E1DB4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7700" y="1087525"/>
            <a:ext cx="2781300" cy="4962417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123BFB1C-8246-4534-A9C5-7473ED9ABDD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3581400" y="1141203"/>
            <a:ext cx="8001000" cy="830997"/>
          </a:xfrm>
        </p:spPr>
        <p:txBody>
          <a:bodyPr/>
          <a:lstStyle/>
          <a:p>
            <a:r>
              <a:rPr lang="ru-RU" dirty="0"/>
              <a:t>Данный скриншот сделанный на сайте </a:t>
            </a:r>
            <a:r>
              <a:rPr lang="en-US" dirty="0"/>
              <a:t>Page Speed Insights </a:t>
            </a:r>
            <a:r>
              <a:rPr lang="ru-RU" dirty="0"/>
              <a:t>во время проверки быстродействия на мобильных и на </a:t>
            </a:r>
            <a:r>
              <a:rPr lang="ru-RU" dirty="0" err="1"/>
              <a:t>пк</a:t>
            </a:r>
            <a:r>
              <a:rPr lang="ru-RU" dirty="0"/>
              <a:t> устройствах показывает нам что сайт адаптирован и для мобильных устройств тоже. </a:t>
            </a:r>
          </a:p>
        </p:txBody>
      </p:sp>
    </p:spTree>
    <p:extLst>
      <p:ext uri="{BB962C8B-B14F-4D97-AF65-F5344CB8AC3E}">
        <p14:creationId xmlns:p14="http://schemas.microsoft.com/office/powerpoint/2010/main" val="3963599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221E110-01DC-410C-8F96-C28DF16C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77381"/>
            <a:ext cx="5704332" cy="553998"/>
          </a:xfrm>
        </p:spPr>
        <p:txBody>
          <a:bodyPr/>
          <a:lstStyle/>
          <a:p>
            <a:r>
              <a:rPr lang="ru-RU" dirty="0"/>
              <a:t>Интерфейс страницы содержащий </a:t>
            </a:r>
            <a:r>
              <a:rPr lang="ru-RU" dirty="0" err="1"/>
              <a:t>логотип,главное</a:t>
            </a:r>
            <a:r>
              <a:rPr lang="ru-RU" dirty="0"/>
              <a:t> меню, название раздела и </a:t>
            </a:r>
            <a:r>
              <a:rPr lang="ru-RU" dirty="0" err="1"/>
              <a:t>тд</a:t>
            </a:r>
            <a:r>
              <a:rPr lang="ru-RU" dirty="0"/>
              <a:t>.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5C59BC96-F761-4B43-9B97-9B70DA3FA4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600" y="2578890"/>
            <a:ext cx="5303838" cy="2524133"/>
          </a:xfr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ECE5A5BA-2D91-4CFE-8841-AC6DE8F21BE9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107996"/>
          </a:xfrm>
        </p:spPr>
        <p:txBody>
          <a:bodyPr/>
          <a:lstStyle/>
          <a:p>
            <a:r>
              <a:rPr lang="ru-RU" dirty="0"/>
              <a:t>Данная страница содержит в себе несколько важных аспектов таких как главное меню, логотип и название раздела. Так же на этой странице реализована фотогалерея. </a:t>
            </a:r>
          </a:p>
        </p:txBody>
      </p:sp>
    </p:spTree>
    <p:extLst>
      <p:ext uri="{BB962C8B-B14F-4D97-AF65-F5344CB8AC3E}">
        <p14:creationId xmlns:p14="http://schemas.microsoft.com/office/powerpoint/2010/main" val="903838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5A892-4E5C-4BB2-B8BF-9F137091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508" y="533527"/>
            <a:ext cx="5704332" cy="553998"/>
          </a:xfrm>
        </p:spPr>
        <p:txBody>
          <a:bodyPr/>
          <a:lstStyle/>
          <a:p>
            <a:r>
              <a:rPr lang="ru-RU" dirty="0"/>
              <a:t>Реализация динамического содержимого с использованием </a:t>
            </a:r>
            <a:r>
              <a:rPr lang="en-US" dirty="0"/>
              <a:t>JavaScript.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051E49-241C-42AC-A593-B1E07E3DF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154984"/>
          </a:xfrm>
        </p:spPr>
        <p:txBody>
          <a:bodyPr/>
          <a:lstStyle/>
          <a:p>
            <a:r>
              <a:rPr lang="en-US" dirty="0" err="1"/>
              <a:t>document.addEventListener</a:t>
            </a:r>
            <a:r>
              <a:rPr lang="en-US" dirty="0"/>
              <a:t>("</a:t>
            </a:r>
            <a:r>
              <a:rPr lang="en-US" dirty="0" err="1"/>
              <a:t>DOMContentLoaded</a:t>
            </a:r>
            <a:r>
              <a:rPr lang="en-US" dirty="0"/>
              <a:t>", () =&gt; {</a:t>
            </a:r>
          </a:p>
          <a:p>
            <a:r>
              <a:rPr lang="en-US" dirty="0"/>
              <a:t>    // </a:t>
            </a:r>
            <a:r>
              <a:rPr lang="ru-RU" dirty="0"/>
              <a:t>Анимация появления блоков</a:t>
            </a:r>
          </a:p>
          <a:p>
            <a:r>
              <a:rPr lang="ru-RU" dirty="0"/>
              <a:t>    </a:t>
            </a:r>
            <a:r>
              <a:rPr lang="en-US" dirty="0"/>
              <a:t>const elements = </a:t>
            </a:r>
            <a:r>
              <a:rPr lang="en-US" dirty="0" err="1"/>
              <a:t>document.querySelectorAll</a:t>
            </a:r>
            <a:r>
              <a:rPr lang="en-US" dirty="0"/>
              <a:t>(".features, .slider, .reviews");</a:t>
            </a:r>
          </a:p>
          <a:p>
            <a:r>
              <a:rPr lang="en-US" dirty="0"/>
              <a:t>    </a:t>
            </a:r>
            <a:r>
              <a:rPr lang="en-US" dirty="0" err="1"/>
              <a:t>elements.forEach</a:t>
            </a:r>
            <a:r>
              <a:rPr lang="en-US" dirty="0"/>
              <a:t>(</a:t>
            </a:r>
            <a:r>
              <a:rPr lang="en-US" dirty="0" err="1"/>
              <a:t>el</a:t>
            </a:r>
            <a:r>
              <a:rPr lang="en-US" dirty="0"/>
              <a:t> =&gt; {</a:t>
            </a:r>
          </a:p>
          <a:p>
            <a:r>
              <a:rPr lang="en-US" dirty="0"/>
              <a:t>        </a:t>
            </a:r>
            <a:r>
              <a:rPr lang="en-US" dirty="0" err="1"/>
              <a:t>el.style.opacity</a:t>
            </a:r>
            <a:r>
              <a:rPr lang="en-US" dirty="0"/>
              <a:t> = "0";</a:t>
            </a:r>
          </a:p>
          <a:p>
            <a:r>
              <a:rPr lang="en-US" dirty="0"/>
              <a:t>        </a:t>
            </a:r>
            <a:r>
              <a:rPr lang="en-US" dirty="0" err="1"/>
              <a:t>el.style.transform</a:t>
            </a:r>
            <a:r>
              <a:rPr lang="en-US" dirty="0"/>
              <a:t> = "</a:t>
            </a:r>
            <a:r>
              <a:rPr lang="en-US" dirty="0" err="1"/>
              <a:t>translateY</a:t>
            </a:r>
            <a:r>
              <a:rPr lang="en-US" dirty="0"/>
              <a:t>(30px)";</a:t>
            </a:r>
          </a:p>
          <a:p>
            <a:r>
              <a:rPr lang="en-US" dirty="0"/>
              <a:t>        </a:t>
            </a:r>
            <a:r>
              <a:rPr lang="en-US" dirty="0" err="1"/>
              <a:t>setTimeout</a:t>
            </a:r>
            <a:r>
              <a:rPr lang="en-US" dirty="0"/>
              <a:t>(() =&gt; {</a:t>
            </a:r>
          </a:p>
          <a:p>
            <a:r>
              <a:rPr lang="en-US" dirty="0"/>
              <a:t>            </a:t>
            </a:r>
            <a:r>
              <a:rPr lang="en-US" dirty="0" err="1"/>
              <a:t>el.style.opacity</a:t>
            </a:r>
            <a:r>
              <a:rPr lang="en-US" dirty="0"/>
              <a:t> = "1";</a:t>
            </a:r>
          </a:p>
          <a:p>
            <a:r>
              <a:rPr lang="en-US" dirty="0"/>
              <a:t>            </a:t>
            </a:r>
            <a:r>
              <a:rPr lang="en-US" dirty="0" err="1"/>
              <a:t>el.style.transform</a:t>
            </a:r>
            <a:r>
              <a:rPr lang="en-US" dirty="0"/>
              <a:t> = "</a:t>
            </a:r>
            <a:r>
              <a:rPr lang="en-US" dirty="0" err="1"/>
              <a:t>translateY</a:t>
            </a:r>
            <a:r>
              <a:rPr lang="en-US" dirty="0"/>
              <a:t>(0)";</a:t>
            </a:r>
          </a:p>
          <a:p>
            <a:r>
              <a:rPr lang="en-US" dirty="0"/>
              <a:t>            </a:t>
            </a:r>
            <a:r>
              <a:rPr lang="en-US" dirty="0" err="1"/>
              <a:t>el.style.transition</a:t>
            </a:r>
            <a:r>
              <a:rPr lang="en-US" dirty="0"/>
              <a:t> = "all 0.5s ease-out";</a:t>
            </a:r>
          </a:p>
          <a:p>
            <a:r>
              <a:rPr lang="en-US" dirty="0"/>
              <a:t>        }, 300);</a:t>
            </a:r>
          </a:p>
          <a:p>
            <a:r>
              <a:rPr lang="en-US" dirty="0"/>
              <a:t>    });</a:t>
            </a:r>
          </a:p>
          <a:p>
            <a:r>
              <a:rPr lang="en-US" dirty="0"/>
              <a:t>});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F53174-E5E3-45FC-BB28-56EC5110A9FE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384995"/>
          </a:xfrm>
        </p:spPr>
        <p:txBody>
          <a:bodyPr/>
          <a:lstStyle/>
          <a:p>
            <a:r>
              <a:rPr lang="ru-RU" dirty="0"/>
              <a:t>Данный код представляет собой плавное появление блоков главной страницы. Код подключен внешне, что означает то, что он хранится отдельным файлом и основной код только ссылается на данный участок кода в отдельном файле. </a:t>
            </a:r>
          </a:p>
        </p:txBody>
      </p:sp>
    </p:spTree>
    <p:extLst>
      <p:ext uri="{BB962C8B-B14F-4D97-AF65-F5344CB8AC3E}">
        <p14:creationId xmlns:p14="http://schemas.microsoft.com/office/powerpoint/2010/main" val="1404323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ABFFDC-501F-4261-A52F-A7679D33B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0508" y="533527"/>
            <a:ext cx="5704332" cy="276999"/>
          </a:xfrm>
        </p:spPr>
        <p:txBody>
          <a:bodyPr/>
          <a:lstStyle/>
          <a:p>
            <a:r>
              <a:rPr lang="ru-RU" dirty="0"/>
              <a:t>Публикация проекта в сети Интернет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7E9BA9A-D918-4F91-B29B-2ED6ED3E96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125" y="990600"/>
            <a:ext cx="7380707" cy="3533059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CF568F19-F1E6-48EF-9608-AE4D575D423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8153400" y="990600"/>
            <a:ext cx="3124200" cy="4747260"/>
          </a:xfrm>
        </p:spPr>
        <p:txBody>
          <a:bodyPr/>
          <a:lstStyle/>
          <a:p>
            <a:r>
              <a:rPr lang="ru-RU" dirty="0"/>
              <a:t>Проект опубликован с использованием репозитория </a:t>
            </a:r>
            <a:r>
              <a:rPr lang="en-US" dirty="0"/>
              <a:t>GitHub. </a:t>
            </a:r>
            <a:r>
              <a:rPr lang="ru-RU" dirty="0"/>
              <a:t>Это позволяет бесплатно опубликовать сайт для общего доступа используя </a:t>
            </a:r>
            <a:r>
              <a:rPr lang="ru-RU" dirty="0" err="1"/>
              <a:t>используя</a:t>
            </a:r>
            <a:r>
              <a:rPr lang="ru-RU" dirty="0"/>
              <a:t> репозиторий как хост для статического сайта.</a:t>
            </a:r>
          </a:p>
        </p:txBody>
      </p:sp>
    </p:spTree>
    <p:extLst>
      <p:ext uri="{BB962C8B-B14F-4D97-AF65-F5344CB8AC3E}">
        <p14:creationId xmlns:p14="http://schemas.microsoft.com/office/powerpoint/2010/main" val="3850816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98623" y="1291209"/>
            <a:ext cx="2197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4E63F1-81E5-4F32-951A-6A361A1C3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676</Words>
  <Application>Microsoft Office PowerPoint</Application>
  <PresentationFormat>Широкоэкранный</PresentationFormat>
  <Paragraphs>61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Symbol</vt:lpstr>
      <vt:lpstr>Times New Roman</vt:lpstr>
      <vt:lpstr>Office Theme</vt:lpstr>
      <vt:lpstr>Презентация PowerPoint</vt:lpstr>
      <vt:lpstr>Актуальность проекта</vt:lpstr>
      <vt:lpstr>Цель проекта  разработка веб-сайта для тур-агентства</vt:lpstr>
      <vt:lpstr>Все доступные страницы, а так же их дизайн  </vt:lpstr>
      <vt:lpstr>Адаптивность сайта как для мобильных устройств так и для компьютеров и ноутбуковю.</vt:lpstr>
      <vt:lpstr>Интерфейс страницы содержащий логотип,главное меню, название раздела и тд.</vt:lpstr>
      <vt:lpstr>Реализация динамического содержимого с использованием JavaScript.</vt:lpstr>
      <vt:lpstr>Публикация проекта в сети Интернет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Ernur Sapargali</cp:lastModifiedBy>
  <cp:revision>6</cp:revision>
  <dcterms:created xsi:type="dcterms:W3CDTF">2025-05-14T10:28:26Z</dcterms:created>
  <dcterms:modified xsi:type="dcterms:W3CDTF">2025-05-27T09:29:17Z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2025-05-14T00:00:00Z</vt:filetime>
  </property>
  <property fmtid="{D5CDD505-2E9C-101B-9397-08002B2CF9AE}" pid="5" name="Producer">
    <vt:lpwstr>Microsoft® PowerPoint® 2016</vt:lpwstr>
  </property>
</Properties>
</file>